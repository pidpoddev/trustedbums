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d72240e844c18" /><Relationship Type="http://schemas.openxmlformats.org/officeDocument/2006/relationships/extended-properties" Target="/docProps/app.xml" Id="R9a87543538204844" /><Relationship Type="http://schemas.openxmlformats.org/officeDocument/2006/relationships/officeDocument" Target="/ppt/presentation.xml" Id="R83169569111f4b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eb94a22d344e8"/>
  </p:sldMasterIdLst>
  <p:notesMasterIdLst>
    <p:notesMasterId xmlns:r="http://schemas.openxmlformats.org/officeDocument/2006/relationships" r:id="Re1d3c12d951043e2"/>
  </p:notesMasterIdLst>
  <p:sldIdLst>
    <p:sldId xmlns:r="http://schemas.openxmlformats.org/officeDocument/2006/relationships" id="256" r:id="R5cb0e0fdf6b240c5"/>
    <p:sldId xmlns:r="http://schemas.openxmlformats.org/officeDocument/2006/relationships" id="257" r:id="R055f8b744e3148d2"/>
    <p:sldId xmlns:r="http://schemas.openxmlformats.org/officeDocument/2006/relationships" id="258" r:id="R15e041a5619d4557"/>
    <p:sldId xmlns:r="http://schemas.openxmlformats.org/officeDocument/2006/relationships" id="259" r:id="Re2958a7502014294"/>
    <p:sldId xmlns:r="http://schemas.openxmlformats.org/officeDocument/2006/relationships" id="260" r:id="Rdc599899a9974db0"/>
    <p:sldId xmlns:r="http://schemas.openxmlformats.org/officeDocument/2006/relationships" id="261" r:id="R575632097f1a4ff4"/>
    <p:sldId xmlns:r="http://schemas.openxmlformats.org/officeDocument/2006/relationships" id="262" r:id="R5396cc9fe2e249f4"/>
    <p:sldId xmlns:r="http://schemas.openxmlformats.org/officeDocument/2006/relationships" id="263" r:id="R3228627d18d849c2"/>
    <p:sldId xmlns:r="http://schemas.openxmlformats.org/officeDocument/2006/relationships" id="264" r:id="R592b91430ad54ad4"/>
    <p:sldId xmlns:r="http://schemas.openxmlformats.org/officeDocument/2006/relationships" id="265" r:id="R8ec767c170ff48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b54c7294914b34" /><Relationship Type="http://schemas.openxmlformats.org/officeDocument/2006/relationships/slideMaster" Target="/ppt/slideMasters/slideMaster1.xml" Id="R770eb94a22d344e8" /><Relationship Type="http://schemas.openxmlformats.org/officeDocument/2006/relationships/notesMaster" Target="/ppt/notesMasters/notesMaster1.xml" Id="Re1d3c12d951043e2" /><Relationship Type="http://schemas.openxmlformats.org/officeDocument/2006/relationships/presProps" Target="/ppt/presProps.xml" Id="R4ce6e315633b4276" /><Relationship Type="http://schemas.openxmlformats.org/officeDocument/2006/relationships/viewProps" Target="/ppt/viewProps.xml" Id="R71b31fae877d4f4f" /><Relationship Type="http://schemas.openxmlformats.org/officeDocument/2006/relationships/tableStyles" Target="/ppt/tableStyles.xml" Id="R628590ade20b458f" /><Relationship Type="http://schemas.openxmlformats.org/officeDocument/2006/relationships/slide" Target="/ppt/slides/slide1.xml" Id="R5cb0e0fdf6b240c5" /><Relationship Type="http://schemas.openxmlformats.org/officeDocument/2006/relationships/slide" Target="/ppt/slides/slide2.xml" Id="R055f8b744e3148d2" /><Relationship Type="http://schemas.openxmlformats.org/officeDocument/2006/relationships/slide" Target="/ppt/slides/slide3.xml" Id="R15e041a5619d4557" /><Relationship Type="http://schemas.openxmlformats.org/officeDocument/2006/relationships/slide" Target="/ppt/slides/slide4.xml" Id="Re2958a7502014294" /><Relationship Type="http://schemas.openxmlformats.org/officeDocument/2006/relationships/slide" Target="/ppt/slides/slide5.xml" Id="Rdc599899a9974db0" /><Relationship Type="http://schemas.openxmlformats.org/officeDocument/2006/relationships/slide" Target="/ppt/slides/slide6.xml" Id="R575632097f1a4ff4" /><Relationship Type="http://schemas.openxmlformats.org/officeDocument/2006/relationships/slide" Target="/ppt/slides/slide7.xml" Id="R5396cc9fe2e249f4" /><Relationship Type="http://schemas.openxmlformats.org/officeDocument/2006/relationships/slide" Target="/ppt/slides/slide8.xml" Id="R3228627d18d849c2" /><Relationship Type="http://schemas.openxmlformats.org/officeDocument/2006/relationships/slide" Target="/ppt/slides/slide9.xml" Id="R592b91430ad54ad4" /><Relationship Type="http://schemas.openxmlformats.org/officeDocument/2006/relationships/slide" Target="/ppt/slides/slide10.xml" Id="R8ec767c170ff48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e548859b39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399a5bfd9b48fd" /><Relationship Type="http://schemas.openxmlformats.org/officeDocument/2006/relationships/notesMaster" Target="/ppt/notesMasters/notesMaster1.xml" Id="Rbd83418f76f2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d99e0126964d44" /><Relationship Type="http://schemas.openxmlformats.org/officeDocument/2006/relationships/notesMaster" Target="/ppt/notesMasters/notesMaster1.xml" Id="Ra634676d773442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2097683f04de0" /><Relationship Type="http://schemas.openxmlformats.org/officeDocument/2006/relationships/notesMaster" Target="/ppt/notesMasters/notesMaster1.xml" Id="R8a74a9ef6ae946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aea7b2ada48cb" /><Relationship Type="http://schemas.openxmlformats.org/officeDocument/2006/relationships/notesMaster" Target="/ppt/notesMasters/notesMaster1.xml" Id="R4833d2eb427e4a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a5da8fdfb744b9" /><Relationship Type="http://schemas.openxmlformats.org/officeDocument/2006/relationships/notesMaster" Target="/ppt/notesMasters/notesMaster1.xml" Id="Rc1020f882e2041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1cc3925fbc471b" /><Relationship Type="http://schemas.openxmlformats.org/officeDocument/2006/relationships/notesMaster" Target="/ppt/notesMasters/notesMaster1.xml" Id="Rc191b2b438d242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9d4ddc696a44e8" /><Relationship Type="http://schemas.openxmlformats.org/officeDocument/2006/relationships/notesMaster" Target="/ppt/notesMasters/notesMaster1.xml" Id="R25a0730dae8241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36f2afdd914606" /><Relationship Type="http://schemas.openxmlformats.org/officeDocument/2006/relationships/notesMaster" Target="/ppt/notesMasters/notesMaster1.xml" Id="R50acbef0cbf14b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ac95f8063f4d0b" /><Relationship Type="http://schemas.openxmlformats.org/officeDocument/2006/relationships/notesMaster" Target="/ppt/notesMasters/notesMaster1.xml" Id="Rf7ba76eefdeb4d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4c26d66405424d" /><Relationship Type="http://schemas.openxmlformats.org/officeDocument/2006/relationships/notesMaster" Target="/ppt/notesMasters/notesMaster1.xml" Id="R10232869bf0c4e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243250ac7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667a8a83da4d3e" /><Relationship Type="http://schemas.openxmlformats.org/officeDocument/2006/relationships/slideLayout" Target="/ppt/slideLayouts/slideLayout1.xml" Id="Re8d4ad73d336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d4ad73d336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dc58ba83e4470" /><Relationship Type="http://schemas.openxmlformats.org/officeDocument/2006/relationships/notesSlide" Target="/ppt/notesSlides/notesSlide1.xml" Id="R9bd2d4f9ccb247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6a5f9d2224440" /><Relationship Type="http://schemas.openxmlformats.org/officeDocument/2006/relationships/notesSlide" Target="/ppt/notesSlides/notesSlide2.xml" Id="Reacb0fa2c336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068f927004449" /><Relationship Type="http://schemas.openxmlformats.org/officeDocument/2006/relationships/notesSlide" Target="/ppt/notesSlides/notesSlide3.xml" Id="R55b3bf27b393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9891ea0fc4d83" /><Relationship Type="http://schemas.openxmlformats.org/officeDocument/2006/relationships/notesSlide" Target="/ppt/notesSlides/notesSlide4.xml" Id="Reffca46b188d47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ca20d3fa94ed4" /><Relationship Type="http://schemas.openxmlformats.org/officeDocument/2006/relationships/notesSlide" Target="/ppt/notesSlides/notesSlide5.xml" Id="Rec45f4de2043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26276ed5b4dd9" /><Relationship Type="http://schemas.openxmlformats.org/officeDocument/2006/relationships/notesSlide" Target="/ppt/notesSlides/notesSlide6.xml" Id="R660d2d1e0e9142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294d9148f4a54" /><Relationship Type="http://schemas.openxmlformats.org/officeDocument/2006/relationships/notesSlide" Target="/ppt/notesSlides/notesSlide7.xml" Id="R7a42eebc6f9140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d336bd1a44936" /><Relationship Type="http://schemas.openxmlformats.org/officeDocument/2006/relationships/notesSlide" Target="/ppt/notesSlides/notesSlide8.xml" Id="R10846425bb314a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45c3f6e6746c7" /><Relationship Type="http://schemas.openxmlformats.org/officeDocument/2006/relationships/notesSlide" Target="/ppt/notesSlides/notesSlide9.xml" Id="Ree2b13e324b04c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a6f6b01bb4621" /><Relationship Type="http://schemas.openxmlformats.org/officeDocument/2006/relationships/notesSlide" Target="/ppt/notesSlides/notesSlide10.xml" Id="R363ba35272894d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FD016-928E-4962-9B99-3070E4ED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D3E12-7A47-4794-A1AD-EE8867F7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6AACF-7847-4273-88F7-2753AF56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1EC73-D21E-4FD0-A0ED-441F4584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F2B2A-5A6F-4D54-B1E3-7C56292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FIRST CALL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14D8D-A31E-4F6A-8D60-2AF2F5CD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F2C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4F2CE"/>
                </a:solidFill>
                <a:latin typeface="Aptos Display"/>
                <a:ea typeface="Aptos Display"/>
                <a:cs typeface="Aptos Display"/>
              </a:rPr>
              <a:t>K2view x Trusted Bums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BAEED-079F-44A3-8726-2C24C46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048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Warm routes into enterprise data and AI buyers who already feel the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DF3BC-4337-475C-B6AB-0A2EB133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666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first-call strategy deck for exploring whether Trusted Bums can help K2view reach high-value enterprise accounts through credible relationship paths instead of more cold outbound.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ABACF-DCDF-4433-AEB5-CC7A7974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27241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39D98A">
              <a:alpha val="9412"/>
            </a:srgbClr>
          </a:solidFill>
          <a:ln xmlns:a="http://schemas.openxmlformats.org/drawingml/2006/main" w="19050">
            <a:solidFill>
              <a:srgbClr val="39D9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19A2B-B4AD-4507-B705-9FCB22BE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85950"/>
            <a:ext cx="2019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AI-ready data</a:t>
            </a:r>
          </a:p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meets</a:t>
            </a:r>
          </a:p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warm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721E0-694D-4FC6-A820-4A96317E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1466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9FE5C-D3DA-47EE-B3DA-0C315A13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Prepared from public K2view sources and Trusted Bums operating docs. Buyer/contact specifics not yet supplied.</a:t>
            </a:r>
          </a:p>
        </p:txBody>
      </p:sp>
    </p:spTree>
    <p:extLst>
      <p:ext uri="{BB962C8B-B14F-4D97-AF65-F5344CB8AC3E}">
        <p14:creationId xmlns:p14="http://schemas.microsoft.com/office/powerpoint/2010/main" val="13048215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D8441-D469-42AF-AC77-51EB5C90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110C9-1051-46B4-8585-890A83C6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20D51-4E35-4943-AA5D-57D8418F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A33EB-D07D-446A-8C03-D5E3484A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CC3FE-7B5F-4299-88AD-47DA8A02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WHY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64CAD-E616-41F4-B14C-D544FEAC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K2view is selling into a board-level data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B2B56-8C40-414C-9E4B-274470C9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public story is strong: AI-ready, governed, real-time enterprise data products. The access challenge is getting that story to the right buyers at the right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17B67-F6C3-4451-A2A5-ADA743F9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95791-F4F4-4C34-B77F-D27CC636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F5D40-45FF-40DB-8C75-175CF855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K2VIEW 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B46C9-5264-4564-A2F1-D9C68B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724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Deliver protected, real-time, complete data products that power AI, operational systems, and analytics.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E5F88-623D-4DF7-AFA0-1DDF0DB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64904-715F-4A76-9C8F-AEAA60D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979FC-8891-455F-8E1A-9E09B140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rPr>
              <a:t>BUYER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8EDCC-B139-4441-93D7-743C46C9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724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The best-fit buyers are often buried in data, AI, risk, operations, and transformation committees.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78614-7009-40A1-8CCA-65459054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C4CBD-0A13-4F4E-9A54-92E0FF0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7D822-1E84-44FB-B46C-223A930B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ACCESS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C1E78-592D-48DB-9BEE-AA7FEE1C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2724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Cold education is hard when the real pain sits across CIO, CDO, app modernization, data governance, QA, and GenAI owners.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0496A-8308-46CE-9B64-8D171A7D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Sources: K2view homepage; K2view AI-Ready Data page; K2view Company Overview PDF.</a:t>
            </a:r>
          </a:p>
        </p:txBody>
      </p:sp>
    </p:spTree>
    <p:extLst>
      <p:ext uri="{BB962C8B-B14F-4D97-AF65-F5344CB8AC3E}">
        <p14:creationId xmlns:p14="http://schemas.microsoft.com/office/powerpoint/2010/main" val="1184942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753AD-A085-41DD-9001-A8EBCDC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E785B-0DE6-45C8-A144-48B96838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A3506-8083-4706-B98D-A6D1012F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E28D-B1D4-4F0E-AEB0-08257A22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19FE-8703-45F2-B0A8-B1E54D92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BUYER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A1252-D0AE-4157-9278-AC2110DB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problem is not awareness. It is trusted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B8CB8-1BA8-4C78-9F97-8B36BED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Enterprise data buyers need to believe the platform can survive scale, security, governance, legacy integration, and internal politics.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5FC42-6792-403C-AE98-62D3423A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98A">
              <a:alpha val="13333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38FFD-8EC2-4B00-A017-7E50421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mandate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8C189-8932-4F76-A6C9-7F59A7BA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98A">
              <a:alpha val="13333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DAF56-9710-4DA0-9B87-9A497661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 is fragmented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5E4A7-3F60-418A-8A19-FAB649E5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BA74">
              <a:alpha val="13333"/>
            </a:srgbClr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4BD72-AE41-4DC8-B884-74A45E4C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Risk slows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3E232-2A4D-47D7-8FC6-FCE8F018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BA74">
              <a:alpha val="13333"/>
            </a:srgbClr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9B8DE-FFF3-47FF-B6C8-1958C1B0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Committees 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CCB48-3229-438D-91D6-873160DC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43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6230F-864C-41EE-9DFA-09FB9E04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Access stalls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BF38C-DA02-4D3B-AA06-04BB9A1B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861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3D520-3679-46F6-BCE4-B421C220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38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12637-4B55-451B-85DE-6419486E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861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28A7A-99E1-41B2-98CF-C19DFA3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38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09ACF-E3A9-49ED-8809-4E31BF2E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86C45-4C20-4017-8892-FD50C0B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38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8799A-E472-4DD8-B83F-35F8397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861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786FF-CA14-407A-AE87-D635D4D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38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B9481-F1B1-4BED-9A2B-154991CA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Trusted Bums hypothesis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E18E2-6A27-45D3-A94E-5EE248D5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962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K2view does not need generic lead volume. It needs credible routes into accounts where a data or AI initiative is already visible, underfunded, risky, late, or politically stuck.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1FFB9-5258-4EF7-8D96-66DCA83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Buyer-stage hypothesis based on K2view public solution set and Trusted Bums operating model. Needs validation with Ryan/K2view.</a:t>
            </a:r>
          </a:p>
        </p:txBody>
      </p:sp>
    </p:spTree>
    <p:extLst>
      <p:ext uri="{BB962C8B-B14F-4D97-AF65-F5344CB8AC3E}">
        <p14:creationId xmlns:p14="http://schemas.microsoft.com/office/powerpoint/2010/main" val="20671316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3FB0A-F43C-49B4-A423-188012C8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B0121-58D9-4AAB-BB81-1236BA3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445DC-FF62-4896-AB0B-7CFE1012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C12B6-E86A-4A3A-8D70-693A7EA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9DD34-6665-4826-896B-CC83A02E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K2VIEW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20A76-252F-410B-82B7-8B4EE325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strongest entry points are tied to urgent enterprise workloads.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7A711-C8C0-4640-AEE7-4B8B8F77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K2view's public materials point to several buyer conversations where warm access can matter more than top-of-funnel volume.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FAC7F-4AE1-4EB6-AAA2-6C5DE655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91197-04D8-4167-B9C2-A552DA4D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526D-4606-4F83-BC5D-CAC8DD9B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AGENTIC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9872C-4CAD-44C1-A1C2-AF4011FC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AI-ready data, enterprise RAG, data-grounded chatbots, MCP integration, and governed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1F349-E050-44F8-B92B-5CC68682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6DED5-2CF9-4FE0-A69E-E9BB15A8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F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B059F-4959-4ADC-806A-87B4741D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F2C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4F2CE"/>
                </a:solidFill>
                <a:latin typeface="Aptos Mono"/>
                <a:ea typeface="Aptos Mono"/>
                <a:cs typeface="Aptos Mono"/>
              </a:rPr>
              <a:t>CUSTOMER 360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DF886-7586-4877-9AB2-140D809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Real-time customer views, golden records, 100s of connectors, and built-in governance.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AEDFD-9F63-464B-8C98-F1B91CD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C8ECA-439C-4B75-AA57-4722D7F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55589-0EBF-46A1-9392-8D90DED8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rPr>
              <a:t>TEST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47BDB-466C-4B36-9C67-07D331F8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Synthetic data, masking, tokenization, test data management, and safer development.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856BE-62DD-4E3C-85B8-430CD84B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BAF15-9220-43FB-A57E-72AFC842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E7CDD-B44D-407D-A036-6BB8650E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MODERNIZATION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6114F-78DE-4E9D-A95B-84D4F41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Cloud migration, legacy integration, data fabric, data mesh, and mainframe modernization.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3649D-1C3C-480F-B960-8CB20E71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Sources: K2view homepage navigation and solution pages; K2view Company Overview PDF.</a:t>
            </a:r>
          </a:p>
        </p:txBody>
      </p:sp>
    </p:spTree>
    <p:extLst>
      <p:ext uri="{BB962C8B-B14F-4D97-AF65-F5344CB8AC3E}">
        <p14:creationId xmlns:p14="http://schemas.microsoft.com/office/powerpoint/2010/main" val="17934360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01CF1-6AF0-4291-A48C-B8E3C391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84C3D-0DBB-4343-B2BB-34A0D41F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75610-2C3F-401B-96F5-DAB9E21B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3138F-27F9-48C9-90EF-1E6CA07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F354F-BF35-4651-ABD3-9029586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ROUTE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65D5C-C0DB-4936-857B-D14E581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Start with accounts where K2view's proof already matches executive pain.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7FAEC-4B99-4194-A29D-C3EECD99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first pilot should not ask Bums for broad intros. It should test named-account route quality against a narrow set of account triggers.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D96D4-0D18-43A1-90E2-8272FEC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98A">
              <a:alpha val="13333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AB34C-3DF2-4CB3-A968-A8396D26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Target-account 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AC618-E70E-49BE-A2DB-240D0F21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98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BA74">
              <a:alpha val="13333"/>
            </a:srgbClr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07E96-D6C7-4FDC-8F9E-52381B08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Credible Bum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A8437-20C7-4894-889E-7FBBAF32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79AC4-A9DE-4A5C-AB8B-51C80FE8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Warm context 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5F6C6-752E-44F9-885D-CB9AD3C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98A">
              <a:alpha val="13333"/>
            </a:srgbClr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23719-BD6F-4C10-88AB-3DB5A08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K2view strategy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955A6-95CA-4933-840B-2375D7A0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20EF1-94AC-47F6-B131-2F0E9CD0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12961-EA44-4416-A3C0-38467181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527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2A882-E6DA-4FE4-9D22-E2ABF55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051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D7A3D-DBF1-40A1-8C16-D13C3D50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52725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E9D0E-3D16-490A-AF21-AE873602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8D0EC-1E9D-4FE1-8C5C-874102D4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F2CE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74F2CE"/>
                </a:solidFill>
                <a:latin typeface="Aptos Mono"/>
                <a:ea typeface="Aptos Mono"/>
                <a:cs typeface="Aptos Mono"/>
              </a:rPr>
              <a:t>Example triggers to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D93C1-150D-45AE-AE8F-97AC9BDC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5000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AI initiative lacks governed real-time context</a:t>
            </a:r>
          </a:p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Customer 360 program is stuck in integration work</a:t>
            </a:r>
          </a:p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TDM or privacy program blocks delivery speed</a:t>
            </a:r>
          </a:p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Mainframe/cloud modernization needs safer data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D8C57-B0F4-4D52-99CA-4A574F1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NEEDS RYAN INPUT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B6833-93CA-475A-81C5-730794E2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00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K2view target account shortlist</a:t>
            </a:r>
          </a:p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Known relationship routes</a:t>
            </a:r>
          </a:p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Preferred vertical focus</a:t>
            </a:r>
          </a:p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Initial buyer persona or sponsor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93203-E55D-4A8A-AEA7-0BD96162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Route hypothesis only. No target-account list or relationship data was provided.</a:t>
            </a:r>
          </a:p>
        </p:txBody>
      </p:sp>
    </p:spTree>
    <p:extLst>
      <p:ext uri="{BB962C8B-B14F-4D97-AF65-F5344CB8AC3E}">
        <p14:creationId xmlns:p14="http://schemas.microsoft.com/office/powerpoint/2010/main" val="10522609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30EC16-DACF-4694-9329-BAA5AF4B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924AF-B8B8-409B-AB64-302357B6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611D-19AE-4CFF-B0F6-BC7B4613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14994-7F31-4CF4-959E-BE5290F2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BFFD4-F54C-42BD-8CDF-AA935461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HOW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F6929-456A-4F15-BE1C-3AA9ED33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Trusted Bums turns relationship access into a controlled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D8A42-590F-43B6-A4D5-7716B1AA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point is not to buy introductions. The point is to find credible access, add context, and keep every step reviewed.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F0D2A-F6FC-4CDD-AD9F-0CB08309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8661A-22AF-431B-9F7E-A738987E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50986-3FD6-47E2-B46D-72A0F582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1. DEFINE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04DF0-D33F-4E4D-ACC8-24349C4D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K2view supplies target accounts, buyer problem, proof, and disqualifiers.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709EB-55DC-4763-A2F2-250D489D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C7712-73A8-44A5-AD0D-7BD1D5D7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F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B06A0-896F-41A8-B0CA-76BFC853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F2C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4F2CE"/>
                </a:solidFill>
                <a:latin typeface="Aptos Mono"/>
                <a:ea typeface="Aptos Mono"/>
                <a:cs typeface="Aptos Mono"/>
              </a:rPr>
              <a:t>2. 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F8F05-3E37-4D05-A6DC-F8B4AA2B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Bums surface credible routes through prior colleagues, operators, partners, customers, or advisors.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34F95-3806-427B-A5A7-CB926B3F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34B0E-20EC-4C38-A6DE-1EBEB55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160D4-DB28-429D-AA42-A981AAA1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rPr>
              <a:t>3.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6BEF5-5329-4FBA-9A96-F8F9279F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Trusted Bums checks fit, claim quality, relationship basis, and next-step risk before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26C0A-B1A6-4EB6-8F92-5BD9E80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955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F3FCC-51BA-451F-B248-F3BD6D6C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955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9BE3E-5305-4B9A-B321-4789374A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4. 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B7635-6FA1-4A0B-B683-44184131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1866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Only credible routes move to a warm ask, meeting, intro support, and tracked opportunity.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1D6F7-18F8-41C8-BF8B-EFC2E9C0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Control matters because K2view sells into sensitive data, AI, governance, and regulated-enterprise environments.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9EFDC-4EF7-479E-A319-2796CB1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Source: Trusted Bums operating model and product workflow docs.</a:t>
            </a:r>
          </a:p>
        </p:txBody>
      </p:sp>
    </p:spTree>
    <p:extLst>
      <p:ext uri="{BB962C8B-B14F-4D97-AF65-F5344CB8AC3E}">
        <p14:creationId xmlns:p14="http://schemas.microsoft.com/office/powerpoint/2010/main" val="11189975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BF9DA-9A27-4C27-B192-DB014278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76524-EE3B-4A27-B06E-355D814B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8708B-7137-4941-9CB8-D92E2718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126D-E2F6-4F5B-90C9-F386D9D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7BBF3-8E2B-441C-BFDF-07AC7F6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TRUST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E66FF-9249-4C12-B2AD-AE90426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This should not feel like another outbound channel.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A481C-E852-4FD4-968A-9F3115E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For K2view, the brand risk of careless intros is too high. The pilot should be explicitly selective.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5EB16-9B61-451B-8807-6CEB473E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D3752-899F-4351-8776-74A94D8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59311-F747-468A-8F2B-E83BFFE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NOT THIS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C2FE8-4F6A-4C72-A64F-B15A479E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Scraped lists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Generic cold email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Guaranteed meetings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Affiliate-style referral spam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Uncontrolled claims about relationships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85566-750A-4913-8DA2-E01517D3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0715E-DA30-4AAE-A34D-B68CAAD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C9147-98B4-48AD-A407-95687911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INSTEAD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623C0-5907-4B82-A0DA-FD852DD7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Named-account hypotheses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Human relationship validation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Proof-safe context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Reviewed intro asks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Clear disqualification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894F8-BFB4-4800-ABBF-0F265448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7D209-273D-4795-90AD-39787FEA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D36F7-B800-46B0-8E42-82D03640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PILOT STANDARD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94E6F-6F3C-4C0C-8A66-04E5F43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Small account batch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Known trigger per account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Documented route basis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K2view-approved message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Measured meeting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8D5E9-E41A-4260-A91A-A1D091EB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Trust/legal caveat: no compensation, endorsement, result, or customer-logo claims should be used without approval.</a:t>
            </a:r>
          </a:p>
        </p:txBody>
      </p:sp>
    </p:spTree>
    <p:extLst>
      <p:ext uri="{BB962C8B-B14F-4D97-AF65-F5344CB8AC3E}">
        <p14:creationId xmlns:p14="http://schemas.microsoft.com/office/powerpoint/2010/main" val="15801800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28FD1-994D-4251-A359-60EA296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F86F2-B128-42C7-8CF6-9E38394F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7EFAA-164C-4EBE-8441-C1FEC13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6A011-4A69-47E3-8531-C67B2786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CE266-BBB9-4AB8-944A-A0109F6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PROOF TO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522FD-0127-479D-9FF1-F3B73BB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K2view already has enterprise credibility. Trusted Bums should use it carefully.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4AB51-B391-4A95-8FE0-50C2A6CA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first-call asset should borrow only public, supportable proof and avoid turning customer names into implied endorsements.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EF2C0-BA36-47AA-B735-D8ED908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5B769-48C3-457A-9BDF-4766896A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E1190-FB4D-45E3-9FCD-DF15E90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PUBLIC 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682D9-E2D2-4D8C-A290-CB95EA08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962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7+ billion daily data product requests, 4+ billion Micro-Databases, 190 ms average query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FF1A6-B178-4480-9010-67CEBC14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10B5F-C92C-4C87-8F08-B8350876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F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02ECF-2A1D-4274-8BA1-9FBE5A4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F2C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4F2CE"/>
                </a:solidFill>
                <a:latin typeface="Aptos Mono"/>
                <a:ea typeface="Aptos Mono"/>
                <a:cs typeface="Aptos Mono"/>
              </a:rPr>
              <a:t>PUBLIC CUSTOMERS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C57DF-7298-4AA0-B7A5-3F2BB0CB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8950"/>
            <a:ext cx="1962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K2view lists enterprise names including AT&amp;T, Regions Bank, Sun Life, BBVA, Hapag-Lloyd, Vodafone, and Verizon.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28176-6B95-432A-8BE9-6DB86EE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B88A8-F1F7-4555-9430-1961E8D3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574DE-B732-4B89-A14A-B83B694C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rPr>
              <a:t>ANALYST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FC468-A352-4E8A-913B-47611326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962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K2view says it was named a Visionary in the 2025 Gartner Magic Quadrant for Data Integration Tools.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90542-E451-4D3D-A52C-8758BC9E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F7DA9-41A9-4166-A095-6937BB63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60215-9EB6-4DBD-9DF4-A97F7E7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RECENT FUNDING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316FA-9C40-4074-932F-F5B09DE7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1962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Trinity announced $15M to support demand for agentic AI data infrastructure.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18778-0543-4C35-BC93-D4FA81FB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Sources: K2view homepage; Trinity Capital press release. Use customer/analyst claims exactly as sourced and review before sending.</a:t>
            </a:r>
          </a:p>
        </p:txBody>
      </p:sp>
    </p:spTree>
    <p:extLst>
      <p:ext uri="{BB962C8B-B14F-4D97-AF65-F5344CB8AC3E}">
        <p14:creationId xmlns:p14="http://schemas.microsoft.com/office/powerpoint/2010/main" val="15853833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AE923B-F3D5-4D49-97B9-30DD063D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60484-03FF-4ECC-91CB-EB936D20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87617-45B9-4C8B-92D8-A38C935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78234-570B-400D-A9E0-9A72DC1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0FAD0-B272-4E3C-AA9A-BA7F141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PILOT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B6217-40EF-47F5-B29F-21E92C14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practical first pilot: 15 accounts, 3 route types, 30 days.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C512F-16FE-480D-B6B8-ECDDE18A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goal is not activity. It is whether credible relationship access can create better enterprise conversations for K2view.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3BA4C-2F2F-41A7-8C9D-23689107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52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BA83A-1962-4F46-A052-A612610B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F8BB7-BC5E-4BEB-8076-5196966C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EA503-60DC-465C-9248-11A7843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5336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15 named accounts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1 trigger per account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Preferred use case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Disqualifiers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Approved intro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F76D0-998C-4977-9840-3CD9EBF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2952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A3FD7-08FE-419F-8582-598435F4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E18BC-8808-4606-B642-AC3A5BF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98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rPr>
              <a:t>ROUTE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4F667-CEF3-471E-8ACB-086EFD4A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25336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Prior executive/operator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Customer or vendor path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Investor/advisor/partner path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Manual review before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67491-937C-4D25-A90A-4735C993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952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86FA7-ED7E-4177-B732-50B8630E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373F5-6BE0-4DA6-9E56-69A82379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SUCCESS READOUT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4C2D2-F7CE-4FAC-A3DC-6F06FAF3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25336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Qualified warm routes found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Intro quality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Meeting relevance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Objection themes</a:t>
            </a:r>
          </a:p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Next-step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53E9E-5AAD-412A-AA8E-F7A38CA6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Decision after 30 days: expand vertical, change account criteria, narrow use case, or stop if route quality is weak.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CEFDA-6A6B-4CF8-8D88-51895AD1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Pilot structure is a Trusted Bums recommendation, not an agreed K2view plan.</a:t>
            </a:r>
          </a:p>
        </p:txBody>
      </p:sp>
    </p:spTree>
    <p:extLst>
      <p:ext uri="{BB962C8B-B14F-4D97-AF65-F5344CB8AC3E}">
        <p14:creationId xmlns:p14="http://schemas.microsoft.com/office/powerpoint/2010/main" val="793126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D62E8-359C-4CEC-90B6-3058BD9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C663D-F0AC-44A3-B7C1-65071E9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38E57-AA4F-4FE7-BEDA-7795D8D7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0351B-1310-4EEA-9DA8-BEA21419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TRUSTED BUMS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7822A-E358-4BB0-AC9E-8D9EBAAB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MUTUAL ACTION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C6013-829B-4D3F-B1EC-E66FE1D0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best next step is a focused strategy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E9A90-716F-4673-8767-86BA013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 the first call to validate fit, not to pitch every feature of either company.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958C5-A340-4E2B-96A4-4904B54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80E24-2B07-4FA6-A8E1-05A3917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7EDA4-5729-407F-BBF7-84EAAD3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9D98A"/>
                </a:solidFill>
                <a:latin typeface="Aptos Mono"/>
                <a:ea typeface="Aptos Mono"/>
                <a:cs typeface="Aptos Mono"/>
              </a:rPr>
              <a:t>BEFORE 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2A42F-9DCA-436F-9184-8A900BE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2724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Ryan confirms K2view contact role, target vertical, 5-15 accounts, and any known relationship routes.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56D00-9562-4FF2-BD25-3C2AA3AE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BA011-8237-4C8B-A210-E2F97F4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8A063-3D15-40F6-A88A-E5E2A12F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DBA74"/>
                </a:solidFill>
                <a:latin typeface="Aptos Mono"/>
                <a:ea typeface="Aptos Mono"/>
                <a:cs typeface="Aptos Mono"/>
              </a:rPr>
              <a:t>ON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D8171-8177-4DF7-8069-3B2BB42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2724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Align on buyer triggers, use cases, disqualifiers, proof boundaries, and what a high-quality intro means.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530AB-C3A1-4278-92C5-3A15AD03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1A177-2101-4038-B9A4-53B6A42F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D9E1C-2730-493C-8DEE-E557D4D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97316"/>
                </a:solidFill>
                <a:latin typeface="Aptos Mono"/>
                <a:ea typeface="Aptos Mono"/>
                <a:cs typeface="Aptos Mono"/>
              </a:rPr>
              <a:t>AFTER 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1F615-CD9E-4205-B212-05BFEC2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2724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9"/>
                </a:solidFill>
                <a:latin typeface="Aptos"/>
                <a:ea typeface="Aptos"/>
                <a:cs typeface="Aptos"/>
              </a:rPr>
              <a:t>Build account route map, draft approved ask, review first matches, and decide whether to launch the 30-day pilot.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D8E2B-036E-4509-8A97-9231E3D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F2C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4F2CE"/>
                </a:solidFill>
                <a:latin typeface="Aptos"/>
                <a:ea typeface="Aptos"/>
                <a:cs typeface="Aptos"/>
              </a:rPr>
              <a:t>NEEDS RYAN INPUT: buyer name, meeting date, target accounts, and any existing K2view-approved messaging.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137DB-556C-4543-9E5D-4DE98B0B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38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F8EA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F8EA6"/>
                </a:solidFill>
                <a:latin typeface="Aptos"/>
                <a:ea typeface="Aptos"/>
                <a:cs typeface="Aptos"/>
              </a:rPr>
              <a:t>Deck generated 2026-06-11 from public K2view sources and Trusted Bums docs.</a:t>
            </a:r>
          </a:p>
        </p:txBody>
      </p:sp>
    </p:spTree>
    <p:extLst>
      <p:ext uri="{BB962C8B-B14F-4D97-AF65-F5344CB8AC3E}">
        <p14:creationId xmlns:p14="http://schemas.microsoft.com/office/powerpoint/2010/main" val="181147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2026-06-11T13:29:56.9890000Z</dcterms:created>
  <dcterms:modified xsi:type="dcterms:W3CDTF">2026-06-11T13:29:56.9890000Z</dcterms:modified>
</coreProperties>
</file>